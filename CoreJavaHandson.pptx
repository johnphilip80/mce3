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65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47F6-7BAC-482B-9A37-2608C55E893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2843-AE89-41B6-BB88-0DF0B21166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47F6-7BAC-482B-9A37-2608C55E893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2843-AE89-41B6-BB88-0DF0B21166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47F6-7BAC-482B-9A37-2608C55E893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2843-AE89-41B6-BB88-0DF0B21166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47F6-7BAC-482B-9A37-2608C55E893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2843-AE89-41B6-BB88-0DF0B21166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47F6-7BAC-482B-9A37-2608C55E893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2843-AE89-41B6-BB88-0DF0B21166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47F6-7BAC-482B-9A37-2608C55E893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2843-AE89-41B6-BB88-0DF0B21166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47F6-7BAC-482B-9A37-2608C55E893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2843-AE89-41B6-BB88-0DF0B21166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47F6-7BAC-482B-9A37-2608C55E893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2843-AE89-41B6-BB88-0DF0B21166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47F6-7BAC-482B-9A37-2608C55E893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2843-AE89-41B6-BB88-0DF0B21166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47F6-7BAC-482B-9A37-2608C55E893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2843-AE89-41B6-BB88-0DF0B21166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47F6-7BAC-482B-9A37-2608C55E893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2843-AE89-41B6-BB88-0DF0B21166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F47F6-7BAC-482B-9A37-2608C55E893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A2843-AE89-41B6-BB88-0DF0B211661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Core Java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MCE – 2</a:t>
            </a:r>
            <a:r>
              <a:rPr lang="en-US" baseline="30000" dirty="0" smtClean="0"/>
              <a:t>nd</a:t>
            </a:r>
            <a:r>
              <a:rPr lang="en-US" dirty="0" smtClean="0"/>
              <a:t> Year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Day Wise Schedule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28802"/>
            <a:ext cx="8229600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Hands-on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 Name: Order Management System</a:t>
            </a:r>
          </a:p>
          <a:p>
            <a:r>
              <a:rPr lang="en-US" dirty="0" smtClean="0"/>
              <a:t>Application Type: Console Application.</a:t>
            </a:r>
          </a:p>
          <a:p>
            <a:r>
              <a:rPr lang="en-US" dirty="0" smtClean="0"/>
              <a:t>Concepts Included: Classes, Objects, Constructors, Methods, Encapsulation, Inheritance, Overriding, Interfaces, Abstract classes, Polymorphism, Access Modifiers, List, Set, Map, </a:t>
            </a:r>
            <a:r>
              <a:rPr lang="en-US" dirty="0" err="1" smtClean="0"/>
              <a:t>Iterators</a:t>
            </a:r>
            <a:r>
              <a:rPr lang="en-US" dirty="0" smtClean="0"/>
              <a:t>, Sorting, Comparable </a:t>
            </a:r>
            <a:r>
              <a:rPr lang="en-US" dirty="0" err="1" smtClean="0"/>
              <a:t>vs</a:t>
            </a:r>
            <a:r>
              <a:rPr lang="en-US" dirty="0" smtClean="0"/>
              <a:t> Comparator, Generics and Java </a:t>
            </a:r>
            <a:r>
              <a:rPr lang="en-US" dirty="0" err="1" smtClean="0"/>
              <a:t>Util</a:t>
            </a:r>
            <a:r>
              <a:rPr lang="en-US" dirty="0" smtClean="0"/>
              <a:t> Classes.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 Requisite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Latest Version of Java 25 </a:t>
            </a:r>
          </a:p>
          <a:p>
            <a:r>
              <a:rPr lang="en-US" dirty="0" smtClean="0"/>
              <a:t>Latest Version of Eclipse IDE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469" y="214290"/>
            <a:ext cx="8477309" cy="635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14289"/>
            <a:ext cx="8572560" cy="6429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Eclipse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7" y="1285860"/>
            <a:ext cx="7770023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Eclipse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85860"/>
            <a:ext cx="8442814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Order Management System: Objects Identification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82" y="1357298"/>
            <a:ext cx="8929718" cy="5143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Workspace Folder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Desktop, Create a folder (your name).</a:t>
            </a:r>
          </a:p>
          <a:p>
            <a:r>
              <a:rPr lang="en-US" dirty="0" smtClean="0"/>
              <a:t>In that folder, create a folder </a:t>
            </a:r>
            <a:r>
              <a:rPr lang="en-US" dirty="0" err="1" smtClean="0"/>
              <a:t>CoreJava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8150" y="2857496"/>
            <a:ext cx="82677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Launch Workspace Folder in Eclipse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020" y="1428736"/>
            <a:ext cx="7966890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US" dirty="0" smtClean="0"/>
              <a:t>Create New Java Project</a:t>
            </a:r>
            <a:endParaRPr lang="en-US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1142984"/>
            <a:ext cx="414337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09819" y="2571744"/>
            <a:ext cx="6962775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Project Structure (Packages)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285860"/>
            <a:ext cx="6715172" cy="5106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939784"/>
          </a:xfrm>
        </p:spPr>
        <p:txBody>
          <a:bodyPr/>
          <a:lstStyle/>
          <a:p>
            <a:r>
              <a:rPr lang="en-US" dirty="0" smtClean="0"/>
              <a:t>Create </a:t>
            </a:r>
            <a:r>
              <a:rPr lang="en-US" dirty="0"/>
              <a:t>N</a:t>
            </a:r>
            <a:r>
              <a:rPr lang="en-US" dirty="0" smtClean="0"/>
              <a:t>ew Class</a:t>
            </a:r>
            <a:endParaRPr lang="en-US" dirty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6007" y="928670"/>
            <a:ext cx="517207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66958" y="2466999"/>
            <a:ext cx="5334000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First Java Program</a:t>
            </a:r>
            <a:endParaRPr lang="en-US" dirty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50"/>
            <a:ext cx="8358246" cy="31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Product and Product Objects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481134"/>
            <a:ext cx="26574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33743" y="1452579"/>
            <a:ext cx="5895975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Formatted Output</a:t>
            </a: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1013" y="1214422"/>
            <a:ext cx="7714325" cy="53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Getters and Setters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142984"/>
            <a:ext cx="2714644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802" y="1214422"/>
            <a:ext cx="6072198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Default and Parameterized Constructors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581149"/>
            <a:ext cx="5819800" cy="4941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Default and Parameterized Constructors</a:t>
            </a:r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6325" y="1571612"/>
            <a:ext cx="6991350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toString</a:t>
            </a:r>
            <a:r>
              <a:rPr lang="en-US" dirty="0" smtClean="0"/>
              <a:t> Method</a:t>
            </a:r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321" y="1500174"/>
            <a:ext cx="7964969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toString</a:t>
            </a:r>
            <a:r>
              <a:rPr lang="en-US" dirty="0" smtClean="0"/>
              <a:t> Method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8838" y="1243031"/>
            <a:ext cx="5586434" cy="5521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796908"/>
          </a:xfrm>
        </p:spPr>
        <p:txBody>
          <a:bodyPr/>
          <a:lstStyle/>
          <a:p>
            <a:r>
              <a:rPr lang="en-US" dirty="0" smtClean="0"/>
              <a:t>Scanner – Read Input </a:t>
            </a:r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8325" y="895373"/>
            <a:ext cx="5467350" cy="581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Objects</a:t>
            </a:r>
            <a:endParaRPr 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142984"/>
            <a:ext cx="6929486" cy="5454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Objects</a:t>
            </a:r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571612"/>
            <a:ext cx="5572164" cy="4878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ArrayList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481154"/>
            <a:ext cx="5708220" cy="5019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ArrayList</a:t>
            </a:r>
            <a:r>
              <a:rPr lang="en-US" dirty="0" smtClean="0"/>
              <a:t> with Generics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214422"/>
            <a:ext cx="6330125" cy="5014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Interface </a:t>
            </a:r>
            <a:r>
              <a:rPr lang="en-US" dirty="0" err="1" smtClean="0"/>
              <a:t>ProductCRUD</a:t>
            </a:r>
            <a:endParaRPr lang="en-US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643050"/>
            <a:ext cx="8003017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ProductCRUD</a:t>
            </a: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1500174"/>
            <a:ext cx="5064061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ProductRepository</a:t>
            </a:r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5" y="1500174"/>
            <a:ext cx="7632711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Repository – Read All Products</a:t>
            </a:r>
            <a:endParaRPr 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1285860"/>
            <a:ext cx="4943477" cy="5337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 – Read All Products</a:t>
            </a:r>
            <a:endParaRPr 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3" y="1571612"/>
            <a:ext cx="7234217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– Read All Products</a:t>
            </a:r>
            <a:endParaRPr 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857364"/>
            <a:ext cx="7172958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Repository: Create New Product</a:t>
            </a:r>
            <a:endParaRPr 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500174"/>
            <a:ext cx="5715040" cy="5137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Service: Create New Product</a:t>
            </a:r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8300" y="1371618"/>
            <a:ext cx="5867400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Test: Create New Product</a:t>
            </a:r>
            <a:endParaRPr 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500174"/>
            <a:ext cx="7154383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Repository: Update Product</a:t>
            </a:r>
            <a:endParaRPr 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1357298"/>
            <a:ext cx="5029200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US" dirty="0" smtClean="0"/>
              <a:t>Service: Update Product</a:t>
            </a:r>
            <a:endParaRPr 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28788" y="1000108"/>
            <a:ext cx="5686425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Test: Update Product</a:t>
            </a:r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428736"/>
            <a:ext cx="7132370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Repository: Delete Product</a:t>
            </a:r>
            <a:endParaRPr 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285860"/>
            <a:ext cx="6286544" cy="518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Service: Delete Product</a:t>
            </a:r>
            <a:endParaRPr 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214422"/>
            <a:ext cx="7048101" cy="5334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Test: Delete Product</a:t>
            </a:r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643050"/>
            <a:ext cx="7608463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CRUD – Menu Driven</a:t>
            </a:r>
            <a:endParaRPr 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14422"/>
            <a:ext cx="8417626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GenericCRUD</a:t>
            </a:r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643050"/>
            <a:ext cx="8004981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Product Repository with Generic CRUD</a:t>
            </a:r>
            <a:endParaRPr lang="en-US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1500174"/>
            <a:ext cx="4714908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1285860"/>
            <a:ext cx="4357718" cy="526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Service with Generic CRUD</a:t>
            </a:r>
            <a:endParaRPr lang="en-US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1285860"/>
            <a:ext cx="4714908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48" y="1071546"/>
            <a:ext cx="4857752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BasketProduct</a:t>
            </a:r>
            <a:endParaRPr lang="en-US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5" y="1071546"/>
            <a:ext cx="5572164" cy="558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64" y="4429132"/>
            <a:ext cx="6143636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BasketProductRepository</a:t>
            </a:r>
            <a:endParaRPr lang="en-US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285860"/>
            <a:ext cx="7566819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BasketProductRepository</a:t>
            </a:r>
            <a:endParaRPr lang="en-US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1142984"/>
            <a:ext cx="4643470" cy="558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BasketProductServices</a:t>
            </a:r>
            <a:endParaRPr lang="en-US" dirty="0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6788" y="1223985"/>
            <a:ext cx="7210425" cy="541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BasketProductServices</a:t>
            </a:r>
            <a:endParaRPr lang="en-US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500174"/>
            <a:ext cx="8430900" cy="3857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</a:t>
            </a:r>
            <a:r>
              <a:rPr lang="en-US" dirty="0" err="1" smtClean="0"/>
              <a:t>BasketProducts</a:t>
            </a:r>
            <a:endParaRPr lang="en-US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5714" y="1333500"/>
            <a:ext cx="7938252" cy="4595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142984"/>
            <a:ext cx="4572032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6116" y="3214686"/>
            <a:ext cx="5786478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Admin and Customer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133479"/>
            <a:ext cx="5114925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3776685"/>
            <a:ext cx="533400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UserRepository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1071546"/>
            <a:ext cx="507209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1357298"/>
            <a:ext cx="4000528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UserServices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071835"/>
            <a:ext cx="683895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09968" y="1214422"/>
            <a:ext cx="5619750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UserServices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428736"/>
            <a:ext cx="6430793" cy="4814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User Services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423988"/>
            <a:ext cx="8143860" cy="4505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262</Words>
  <Application>Microsoft Office PowerPoint</Application>
  <PresentationFormat>On-screen Show (4:3)</PresentationFormat>
  <Paragraphs>64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Core Java</vt:lpstr>
      <vt:lpstr>Day Wise Schedule</vt:lpstr>
      <vt:lpstr>Hands-on Project</vt:lpstr>
      <vt:lpstr>Pre Requisite</vt:lpstr>
      <vt:lpstr>Slide 5</vt:lpstr>
      <vt:lpstr>Slide 6</vt:lpstr>
      <vt:lpstr>Install Eclipse</vt:lpstr>
      <vt:lpstr>Install Eclipse</vt:lpstr>
      <vt:lpstr>Order Management System: Objects Identification</vt:lpstr>
      <vt:lpstr>Workspace Folder</vt:lpstr>
      <vt:lpstr>Launch Workspace Folder in Eclipse</vt:lpstr>
      <vt:lpstr>Create New Java Project</vt:lpstr>
      <vt:lpstr>Create Project Structure (Packages)</vt:lpstr>
      <vt:lpstr>Create New Class</vt:lpstr>
      <vt:lpstr>Run First Java Program</vt:lpstr>
      <vt:lpstr>Class Product and Product Objects</vt:lpstr>
      <vt:lpstr>Formatted Output</vt:lpstr>
      <vt:lpstr>Getters and Setters</vt:lpstr>
      <vt:lpstr>Default and Parameterized Constructors</vt:lpstr>
      <vt:lpstr>Default and Parameterized Constructors</vt:lpstr>
      <vt:lpstr>toString Method</vt:lpstr>
      <vt:lpstr>toString Method</vt:lpstr>
      <vt:lpstr>Scanner – Read Input </vt:lpstr>
      <vt:lpstr>Array of Objects</vt:lpstr>
      <vt:lpstr>Array of Objects</vt:lpstr>
      <vt:lpstr>ArrayList </vt:lpstr>
      <vt:lpstr>ArrayList with Generics</vt:lpstr>
      <vt:lpstr>Create Interface ProductCRUD</vt:lpstr>
      <vt:lpstr>ProductCRUD</vt:lpstr>
      <vt:lpstr>ProductRepository</vt:lpstr>
      <vt:lpstr>Repository – Read All Products</vt:lpstr>
      <vt:lpstr>Service – Read All Products</vt:lpstr>
      <vt:lpstr>Test – Read All Products</vt:lpstr>
      <vt:lpstr>Repository: Create New Product</vt:lpstr>
      <vt:lpstr>Service: Create New Product</vt:lpstr>
      <vt:lpstr>Test: Create New Product</vt:lpstr>
      <vt:lpstr>Repository: Update Product</vt:lpstr>
      <vt:lpstr>Service: Update Product</vt:lpstr>
      <vt:lpstr>Test: Update Product</vt:lpstr>
      <vt:lpstr>Repository: Delete Product</vt:lpstr>
      <vt:lpstr>Service: Delete Product</vt:lpstr>
      <vt:lpstr>Test: Delete Product</vt:lpstr>
      <vt:lpstr>Product CRUD – Menu Driven</vt:lpstr>
      <vt:lpstr>GenericCRUD</vt:lpstr>
      <vt:lpstr>Product Repository with Generic CRUD</vt:lpstr>
      <vt:lpstr>Product Service with Generic CRUD</vt:lpstr>
      <vt:lpstr>BasketProduct</vt:lpstr>
      <vt:lpstr>BasketProductRepository</vt:lpstr>
      <vt:lpstr>BasketProductRepository</vt:lpstr>
      <vt:lpstr>BasketProductServices</vt:lpstr>
      <vt:lpstr>BasketProductServices</vt:lpstr>
      <vt:lpstr>Test BasketProducts</vt:lpstr>
      <vt:lpstr>User</vt:lpstr>
      <vt:lpstr>Admin and Customer</vt:lpstr>
      <vt:lpstr>UserRepository</vt:lpstr>
      <vt:lpstr>UserServices</vt:lpstr>
      <vt:lpstr>UserServices</vt:lpstr>
      <vt:lpstr>Test User Services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Java</dc:title>
  <dc:creator>Admin</dc:creator>
  <cp:lastModifiedBy>Admin</cp:lastModifiedBy>
  <cp:revision>52</cp:revision>
  <dcterms:created xsi:type="dcterms:W3CDTF">2025-12-30T08:23:32Z</dcterms:created>
  <dcterms:modified xsi:type="dcterms:W3CDTF">2025-12-31T11:10:17Z</dcterms:modified>
</cp:coreProperties>
</file>